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67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RAMA KRISHNA" userId="e50796102ed14546" providerId="LiveId" clId="{008AD067-0BB7-4C9C-AE3F-87CEBA451778}"/>
    <pc:docChg chg="custSel modSld">
      <pc:chgData name="RAGHURAMA KRISHNA" userId="e50796102ed14546" providerId="LiveId" clId="{008AD067-0BB7-4C9C-AE3F-87CEBA451778}" dt="2026-09-01T14:35:56.593" v="15" actId="14100"/>
      <pc:docMkLst>
        <pc:docMk/>
      </pc:docMkLst>
      <pc:sldChg chg="modSp mod">
        <pc:chgData name="RAGHURAMA KRISHNA" userId="e50796102ed14546" providerId="LiveId" clId="{008AD067-0BB7-4C9C-AE3F-87CEBA451778}" dt="2026-08-31T15:40:15.696" v="2" actId="1076"/>
        <pc:sldMkLst>
          <pc:docMk/>
          <pc:sldMk cId="0" sldId="259"/>
        </pc:sldMkLst>
        <pc:graphicFrameChg chg="mod">
          <ac:chgData name="RAGHURAMA KRISHNA" userId="e50796102ed14546" providerId="LiveId" clId="{008AD067-0BB7-4C9C-AE3F-87CEBA451778}" dt="2026-08-31T15:40:15.696" v="2" actId="1076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addSp delSp mod">
        <pc:chgData name="RAGHURAMA KRISHNA" userId="e50796102ed14546" providerId="LiveId" clId="{008AD067-0BB7-4C9C-AE3F-87CEBA451778}" dt="2026-08-31T15:52:15.034" v="5" actId="478"/>
        <pc:sldMkLst>
          <pc:docMk/>
          <pc:sldMk cId="0" sldId="267"/>
        </pc:sldMkLst>
        <pc:picChg chg="add del">
          <ac:chgData name="RAGHURAMA KRISHNA" userId="e50796102ed14546" providerId="LiveId" clId="{008AD067-0BB7-4C9C-AE3F-87CEBA451778}" dt="2026-08-31T15:52:15.034" v="5" actId="478"/>
          <ac:picMkLst>
            <pc:docMk/>
            <pc:sldMk cId="0" sldId="267"/>
            <ac:picMk id="7" creationId="{A181A6E1-EA23-CE38-BCC2-C93F61429BB3}"/>
          </ac:picMkLst>
        </pc:picChg>
      </pc:sldChg>
      <pc:sldChg chg="addSp delSp modSp mod">
        <pc:chgData name="RAGHURAMA KRISHNA" userId="e50796102ed14546" providerId="LiveId" clId="{008AD067-0BB7-4C9C-AE3F-87CEBA451778}" dt="2026-09-01T14:35:56.593" v="15" actId="14100"/>
        <pc:sldMkLst>
          <pc:docMk/>
          <pc:sldMk cId="2048835097" sldId="268"/>
        </pc:sldMkLst>
        <pc:picChg chg="add del mod">
          <ac:chgData name="RAGHURAMA KRISHNA" userId="e50796102ed14546" providerId="LiveId" clId="{008AD067-0BB7-4C9C-AE3F-87CEBA451778}" dt="2026-09-01T14:18:57.886" v="6" actId="478"/>
          <ac:picMkLst>
            <pc:docMk/>
            <pc:sldMk cId="2048835097" sldId="268"/>
            <ac:picMk id="3" creationId="{CDB739BC-A4F2-ADF6-952A-7D93C019D869}"/>
          </ac:picMkLst>
        </pc:picChg>
        <pc:picChg chg="add mod">
          <ac:chgData name="RAGHURAMA KRISHNA" userId="e50796102ed14546" providerId="LiveId" clId="{008AD067-0BB7-4C9C-AE3F-87CEBA451778}" dt="2026-09-01T14:35:56.593" v="15" actId="14100"/>
          <ac:picMkLst>
            <pc:docMk/>
            <pc:sldMk cId="2048835097" sldId="268"/>
            <ac:picMk id="4" creationId="{1DAA1935-555B-2DE3-D84B-362556B84B7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311848"/>
            <a:ext cx="8763000" cy="4286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2117526"/>
            <a:ext cx="87630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Inter"/>
              </a:rPr>
              <a:t>LOGISIM DIGITAL LOGIC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60426"/>
            <a:ext cx="9201150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8FAFC"/>
                </a:solidFill>
                <a:latin typeface="Space Grotesk"/>
              </a:rPr>
              <a:t>Automatic Street Light Control System Using Combinational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702248"/>
            <a:ext cx="8763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Day Mode (0) / Night Mode (1) Switching with Mobility Sensing in Logisim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4549973"/>
            <a:ext cx="13049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Day (0) / Night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7475" y="4549973"/>
            <a:ext cx="107632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Mobility 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0" y="4549973"/>
            <a:ext cx="1095375" cy="190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CBD5E1"/>
                </a:solidFill>
                <a:latin typeface="Inter"/>
              </a:rPr>
              <a:t>Logisim Engine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569023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975" y="4569023"/>
            <a:ext cx="952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8600" y="4569023"/>
            <a:ext cx="1524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802135"/>
            <a:ext cx="3505200" cy="2085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802135"/>
            <a:ext cx="3505200" cy="2085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2802135"/>
            <a:ext cx="3505200" cy="20859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FUNCTIONAL SPECIFICATION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953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System Operational Modes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307836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85825" y="3687960"/>
            <a:ext cx="31003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Day Mode 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011810"/>
            <a:ext cx="29527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Daytime state ($L=0$). Street lights remain completely OFF (0% draw).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9625" y="3078360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9625" y="3687960"/>
            <a:ext cx="31003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Night Mode — Idle (1)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4011810"/>
            <a:ext cx="2952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Night mode ($L=1$) with no mobility ($M=0$). Dim power mode (30% intensity).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425" y="307836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53425" y="3687960"/>
            <a:ext cx="310038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Night Mobility Factor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11810"/>
            <a:ext cx="2952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Night mode ($L=1$) with mobility ($M=1$). Triggers full light output (100% intensity).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125" y="3192660"/>
            <a:ext cx="22860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0" y="3192660"/>
            <a:ext cx="1714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0587" y="3192660"/>
            <a:ext cx="1428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LOGISIM ENVIRONMENT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953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Input &amp; Output Pin Definitions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544960"/>
            <a:ext cx="10972800" cy="26003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2544960"/>
          <a:ext cx="10972798" cy="260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8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93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43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207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Pin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Logisim Pin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Bit Width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Hardware Equivalent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Active Logic Mapping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Input Pin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Master Enable Switch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Logic 1 = System Powered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Input Pin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Night Light Sensor (LDR)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Logic 0 = Day Mode | Logic 1 = Night Mode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Input Pin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Mobility / Motion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Logic 1 = Vehicle or Pedestrian Detected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Output Pin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Full Power Luminaire LED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Logic 1 = 100% Brightness Active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90">
                <a:tc>
                  <a:txBody>
                    <a:bodyPr/>
                    <a:lstStyle/>
                    <a:p>
                      <a:pPr algn="ctr"/>
                      <a:r>
                        <a:rPr sz="1200" b="1" i="0" u="none">
                          <a:solidFill>
                            <a:srgbClr val="334155"/>
                          </a:solidFill>
                          <a:latin typeface="Inter"/>
                        </a:rPr>
                        <a:t>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Output Pin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 Bit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Dim Standby Luminaire LED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Logic 1 = 30% Eco Power Active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9600" y="3426023"/>
            <a:ext cx="1099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08993" y="3426023"/>
            <a:ext cx="20989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07916" y="3426023"/>
            <a:ext cx="1099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07309" y="3426023"/>
            <a:ext cx="26543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561659" y="3426023"/>
            <a:ext cx="402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3854648"/>
            <a:ext cx="1099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08993" y="3854648"/>
            <a:ext cx="20989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07916" y="3854648"/>
            <a:ext cx="1099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07309" y="3854648"/>
            <a:ext cx="26543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61659" y="3854648"/>
            <a:ext cx="402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9600" y="4283273"/>
            <a:ext cx="1099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08993" y="4283273"/>
            <a:ext cx="20989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807916" y="4283273"/>
            <a:ext cx="1099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07309" y="4283273"/>
            <a:ext cx="26543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61659" y="4283273"/>
            <a:ext cx="402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09600" y="4711898"/>
            <a:ext cx="1099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708993" y="4711898"/>
            <a:ext cx="209892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07916" y="4711898"/>
            <a:ext cx="109939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907309" y="4711898"/>
            <a:ext cx="265434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561659" y="4711898"/>
            <a:ext cx="402074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COMBINATIONAL LOGIC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953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System Truth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600" y="2544960"/>
            <a:ext cx="10972800" cy="26003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497375"/>
              </p:ext>
            </p:extLst>
          </p:nvPr>
        </p:nvGraphicFramePr>
        <p:xfrm>
          <a:off x="626505" y="2529656"/>
          <a:ext cx="10972798" cy="26003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2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27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24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99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E (Enable)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L (0=Day, 1=Night)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M (Mobility)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F (Full Output)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D (Dim Output)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F8FAFC"/>
                          </a:solidFill>
                          <a:latin typeface="Space Grotesk SemiBold"/>
                        </a:rPr>
                        <a:t>Operational State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Master Shutdown (System Disabled)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 (Day)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 (No Motion)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Day Mode — Lights OFF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 (Day)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 (Motion)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Day Mode — Mobility Ignored (Lights OFF)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3387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 (Night)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 (No Motion)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Night Mode — Idle Dim Standby (30%)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3390"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 (Night)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 (Motion)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>
                          <a:solidFill>
                            <a:srgbClr val="334155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Night Mode — Mobility Triggered Full Light (100%)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9600" y="3426023"/>
            <a:ext cx="1034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4104" y="3426023"/>
            <a:ext cx="1701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45209" y="3426023"/>
            <a:ext cx="1332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678114" y="3426023"/>
            <a:ext cx="13827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60876" y="3426023"/>
            <a:ext cx="14224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83375" y="3426023"/>
            <a:ext cx="40990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09600" y="3854648"/>
            <a:ext cx="1034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644104" y="3854648"/>
            <a:ext cx="1701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45209" y="3854648"/>
            <a:ext cx="1332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78114" y="3854648"/>
            <a:ext cx="13827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60876" y="3854648"/>
            <a:ext cx="14224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83375" y="3854648"/>
            <a:ext cx="40990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4283273"/>
            <a:ext cx="1034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644104" y="4283273"/>
            <a:ext cx="1701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345209" y="4283273"/>
            <a:ext cx="1332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78114" y="4283273"/>
            <a:ext cx="13827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60876" y="4283273"/>
            <a:ext cx="14224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83375" y="4283273"/>
            <a:ext cx="40990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9600" y="4711898"/>
            <a:ext cx="10345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644104" y="4711898"/>
            <a:ext cx="170110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345209" y="4711898"/>
            <a:ext cx="133290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78114" y="4711898"/>
            <a:ext cx="13827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60876" y="4711898"/>
            <a:ext cx="14224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483375" y="4711898"/>
            <a:ext cx="409902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308" y="3106935"/>
            <a:ext cx="276225" cy="2381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013" y="3106935"/>
            <a:ext cx="276225" cy="23812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308" y="3535560"/>
            <a:ext cx="276225" cy="23812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013" y="3535560"/>
            <a:ext cx="276225" cy="23812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308" y="3964185"/>
            <a:ext cx="276225" cy="2381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013" y="3964185"/>
            <a:ext cx="276225" cy="2381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308" y="4392810"/>
            <a:ext cx="276225" cy="23812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301" y="4392810"/>
            <a:ext cx="247650" cy="23812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5596" y="4821435"/>
            <a:ext cx="247650" cy="23812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4013" y="4821435"/>
            <a:ext cx="276225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06848"/>
            <a:ext cx="10972800" cy="13239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959423"/>
            <a:ext cx="10972800" cy="1323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3130748"/>
            <a:ext cx="1547366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683323"/>
            <a:ext cx="1582042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LOGISIM MINIMIZATION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Boolean Logic Expressions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644973"/>
            <a:ext cx="1102137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Full Brightness Output Pin (F)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2968823"/>
            <a:ext cx="1049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Active when Enabled AND Night Mode (L=1) AND Mobility Detected (M=1):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4197548"/>
            <a:ext cx="1102137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Dim Standby Output Pin (D)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4521398"/>
            <a:ext cx="104965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Active when Enabled AND Night Mode (L=1) AND No Mobility (M=0):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311723"/>
            <a:ext cx="1166366" cy="1333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275" y="4813994"/>
            <a:ext cx="1201042" cy="1836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AA1935-555B-2DE3-D84B-362556B84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835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599" y="2321122"/>
            <a:ext cx="5257800" cy="19907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LOGISIM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03181" y="1006217"/>
            <a:ext cx="6953351" cy="4008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3600" b="1" i="0" u="none" dirty="0">
                <a:solidFill>
                  <a:srgbClr val="0F172A"/>
                </a:solidFill>
                <a:latin typeface="Space Grotesk"/>
              </a:rPr>
              <a:t>Combinational Analysis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95925" y="2399934"/>
            <a:ext cx="4860607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Space Grotesk"/>
              </a:rPr>
              <a:t>Logisim Synthesis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9679" y="2950923"/>
            <a:ext cx="43434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Inter"/>
              </a:rPr>
              <a:t>Inputs Window: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Declare pin variables E, L,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9679" y="3271898"/>
            <a:ext cx="43434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Inter"/>
              </a:rPr>
              <a:t>Outputs Window: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Declare output pins F and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9679" y="3580724"/>
            <a:ext cx="4343400" cy="200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 dirty="0">
                <a:solidFill>
                  <a:srgbClr val="334155"/>
                </a:solidFill>
                <a:latin typeface="Inter"/>
              </a:rPr>
              <a:t>Expression Generator:</a:t>
            </a:r>
            <a:r>
              <a:rPr sz="1350" b="0" i="0" u="none" dirty="0">
                <a:solidFill>
                  <a:srgbClr val="334155"/>
                </a:solidFill>
                <a:latin typeface="Inter"/>
              </a:rPr>
              <a:t> Auto-synthesize gate netlist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640" y="3002827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640" y="3299833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640" y="3599774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09728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Inter"/>
              </a:rPr>
              <a:t>PERFORMANCE &amp;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695325"/>
            <a:ext cx="1152144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Smart Energy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91087" y="2530673"/>
            <a:ext cx="2409825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sz="8400" b="0" i="0" u="none">
                <a:solidFill>
                  <a:srgbClr val="0F172A"/>
                </a:solidFill>
                <a:latin typeface="Inter ExtraBold"/>
              </a:rPr>
              <a:t>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62350" y="3749873"/>
            <a:ext cx="5067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284C7"/>
                </a:solidFill>
                <a:latin typeface="Inter SemiBold"/>
              </a:rPr>
              <a:t>Total Energy Reduction via Night Mobility Sensing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454723"/>
            <a:ext cx="3415307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Inter"/>
              </a:rPr>
              <a:t>100% 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778573"/>
            <a:ext cx="3415307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Zero Energy Consumed During Day Mode (L=0)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2107" y="4454723"/>
            <a:ext cx="291807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Inter"/>
              </a:rPr>
              <a:t>30%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2107" y="4778573"/>
            <a:ext cx="291807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Night Idle Dim Standby Mode (L=1, M=0)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57380" y="4454723"/>
            <a:ext cx="3725019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F172A"/>
                </a:solidFill>
                <a:latin typeface="Inter"/>
              </a:rPr>
              <a:t>On-Demand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57380" y="4778573"/>
            <a:ext cx="372501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Inter"/>
              </a:rPr>
              <a:t>Full Intensity Only Upon Motion Detection (L=1, M=1)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71975" y="2371725"/>
            <a:ext cx="34480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Inter"/>
              </a:rPr>
              <a:t>SIMULATION VERIFICATION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90436" y="2714625"/>
            <a:ext cx="9011126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Space Grotesk"/>
              </a:rPr>
              <a:t>Logisim Simulation &amp;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0" y="3533775"/>
            <a:ext cx="609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Inter"/>
              </a:rPr>
              <a:t>Ready for live Poke Tool interactive pin toggling (Day: L=0, Night: L=1 &amp; Motion verification).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3787" y="4295775"/>
            <a:ext cx="492442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64748B"/>
                </a:solidFill>
                <a:latin typeface="Inter"/>
              </a:rPr>
              <a:t>Automatic Street Light Control System | Combinational Logic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549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Inter</vt:lpstr>
      <vt:lpstr>Inter ExtraBold</vt:lpstr>
      <vt:lpstr>Inter SemiBold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RAGHURAMA KRISHNA</cp:lastModifiedBy>
  <cp:revision>2</cp:revision>
  <dcterms:created xsi:type="dcterms:W3CDTF">2013-01-27T09:14:16Z</dcterms:created>
  <dcterms:modified xsi:type="dcterms:W3CDTF">2026-09-01T14:35:57Z</dcterms:modified>
  <cp:category/>
</cp:coreProperties>
</file>