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73152" cy="1554480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Simulation of a Multi-Bit Binary Adder and Subtractor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Electronics Final Project  |  Logisim Simulation  |  Section 9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514600"/>
          <a:ext cx="51206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A3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A39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2620030391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2620030458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L. Manasa Pranavi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2620030500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Raghuramakrishna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2620030446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26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0" y="2514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Objective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 Logic Unit (ALU) is a key part of the CPU, and addition and subtraction are its most basic operations. This project extends a 4-bit Ripple Carry Adder into a single adder/subtractor circuit, where one control input M selects the operation, and verifies it by simulation in Logisim.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9748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half adder, full adder and ripple carry adder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subtraction using 2’s complement (A + B′ + 1)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add or subtract with a single control bit 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verify the 4-bit circuit in Logisim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0" y="2331720"/>
            <a:ext cx="2834640" cy="2103120"/>
          </a:xfrm>
          <a:prstGeom prst="roundRect">
            <a:avLst>
              <a:gd name="adj" fmla="val 4348"/>
            </a:avLst>
          </a:prstGeom>
          <a:solidFill>
            <a:srgbClr val="F3F6F9"/>
          </a:solidFill>
          <a:ln w="19050">
            <a:solidFill>
              <a:srgbClr val="1FA3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0" y="233172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0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A + B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1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A − B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and Logic Circuit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3F6F9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704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Adder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72768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two bits A and B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= A ⊕ B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= A · B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Gates: 1 XOR + 1 AND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carry-in, so it cannot chain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4408" y="109728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3F6F9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01568" y="11704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Adder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1572768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A, B and Carry-in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= A ⊕ B ⊕ Cin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= AB + Cin(A ⊕ B)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 half adders + 1 OR gate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71616" y="109728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3F6F9"/>
          </a:solidFill>
          <a:ln w="12700">
            <a:solidFill>
              <a:srgbClr val="D5DC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08776" y="11704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Carry Adder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08776" y="1572768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full adders in series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 of each stage feeds Cin of the next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ripples from LSB to MSB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= n × t(FA), so it slows as n grows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5661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Adder to subtractor: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− B = A + B′ + 1 (2’s complement). An XOR gate on each B bit gives B ⊕ M, which inverts B when M = 1. M also drives the first Cin, supplying the +1. M = 0 passes B unchanged with Cin = 0, so the same hardware adds.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B8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used: XOR, AND, OR (inside the full adders).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Design in Logisim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6" name="Image 0" descr="logis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2926080" cy="34351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566160" y="9875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566160" y="129844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 bit passes through an XOR with M; M also feeds the first Cin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0: B unchanged, Cin = 0, so S = A + B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1: B inverted, Cin = 1, so S = A − B (e.g. 5 − 3: B′ = 1100, sum = 0010)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ripples from S0 to S3 and out on Cout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514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test cases (M = 0)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2788920"/>
          <a:ext cx="512064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594360"/>
                <a:gridCol w="594360"/>
                <a:gridCol w="640080"/>
                <a:gridCol w="731520"/>
                <a:gridCol w="228600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Exp. 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Exp. Cout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(zero)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Simple: 1+1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Overflow boundary (15+1)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7+8 = 15 (max unsigned)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Overflow (9+7 wraps)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+ Max (15+15)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5+10 = 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Overflow boundary (8+8)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566928"/>
                <a:gridCol w="905256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A39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CE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A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>
                    <a:lnL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2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0 (rows 1–4): S = A + B.   M = 1 (rows 5–8): S = A − B.  For subtraction, Cout = 1 means no borrow (result is positive); Cout = 0 means the result is negative, in 2’s complement form.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63F"/>
          </a:solidFill>
          <a:ln w="12700">
            <a:solidFill>
              <a:srgbClr val="1226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1FA39A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Applications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0876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4-bit adder/subtractor was designed and simulated in Logisim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bit M selects A + B or A − B using the same ripple carry hardware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outputs matched the 2’s complement results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50876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add/subtract in processors such as RISC-V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counter increment (PC + 4) and branch target addresses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Load/store address calculation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Calculators, counters and DSP hardware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3F6F9"/>
          </a:solidFill>
          <a:ln w="12700">
            <a:solidFill>
              <a:srgbClr val="1FA3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A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and improvements: </a:t>
            </a:r>
            <a:pPr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delay grows as n × t(FA). Use a Carry Look-Ahead Adder for speed, extend to 8 or 16 bits, add overflow detection and a signed display.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40740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M. Morris Mano and M. D. Ciletti, Digital Design, 6th ed., Pearson, 2018.  S. Harris and D. Harris, Digital Design and Computer Architecture: RISC-V Edition, Morgan Kaufmann, 2021.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2026-10-15T04:20:25Z</dcterms:created>
  <dcterms:modified xsi:type="dcterms:W3CDTF">2026-10-15T04:20:25Z</dcterms:modified>
</cp:coreProperties>
</file>